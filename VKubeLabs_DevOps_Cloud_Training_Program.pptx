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Cloud · Platform Engineering 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7863840" cy="17183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Comprehensive Training Program for Freshers/Professionals</a:t>
            </a:r>
            <a:endParaRPr lang="en-US" sz="1800" dirty="0">
              <a:solidFill>
                <a:srgbClr val="38BD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Box 8"/>
          <p:cNvSpPr txBox="1"/>
          <p:nvPr/>
        </p:nvSpPr>
        <p:spPr>
          <a:xfrm>
            <a:off x="4227830" y="4113530"/>
            <a:ext cx="4916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>
                    <a:lumMod val="95000"/>
                  </a:schemeClr>
                </a:solidFill>
              </a:rPr>
              <a:t>Mobile : </a:t>
            </a:r>
            <a:r>
              <a:rPr lang="en-US">
                <a:solidFill>
                  <a:srgbClr val="FFC000"/>
                </a:solidFill>
              </a:rPr>
              <a:t>+91 6303128414 , +91 7989459504</a:t>
            </a:r>
            <a:br>
              <a:rPr lang="en-US">
                <a:solidFill>
                  <a:schemeClr val="bg1">
                    <a:lumMod val="95000"/>
                  </a:schemeClr>
                </a:solidFill>
              </a:rPr>
            </a:br>
            <a:r>
              <a:rPr lang="en-US">
                <a:solidFill>
                  <a:schemeClr val="bg1">
                    <a:lumMod val="95000"/>
                  </a:schemeClr>
                </a:solidFill>
              </a:rPr>
              <a:t>Email   :   </a:t>
            </a:r>
            <a:r>
              <a:rPr lang="en-US" altLang="en-US">
                <a:solidFill>
                  <a:srgbClr val="FFC000"/>
                </a:solidFill>
              </a:rPr>
              <a:t>vkubelabs@gmail.com</a:t>
            </a:r>
            <a:endParaRPr lang="en-US" altLang="en-US">
              <a:solidFill>
                <a:srgbClr val="FFC000"/>
              </a:solidFill>
            </a:endParaRPr>
          </a:p>
        </p:txBody>
      </p:sp>
      <p:pic>
        <p:nvPicPr>
          <p:cNvPr id="10" name="Picture 9" descr="ChatGPT Image May 23, 2026, 05_14_33 PM"/>
          <p:cNvPicPr>
            <a:picLocks noChangeAspect="1"/>
          </p:cNvPicPr>
          <p:nvPr/>
        </p:nvPicPr>
        <p:blipFill>
          <a:blip r:embed="rId1"/>
          <a:srcRect l="788" t="9741" r="282" b="17061"/>
          <a:stretch>
            <a:fillRect/>
          </a:stretch>
        </p:blipFill>
        <p:spPr>
          <a:xfrm>
            <a:off x="3512185" y="421640"/>
            <a:ext cx="1283335" cy="949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9570" y="164465"/>
            <a:ext cx="8989060" cy="1419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b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 : </a:t>
            </a:r>
            <a:r>
              <a:rPr lang="en-US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https://github.com/Devops-Platform-Cloud-learnings/Training-Plan</a:t>
            </a:r>
            <a:b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2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0142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9286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786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 Duration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20142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29286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9786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0142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9286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Tools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9786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20142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29286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9786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Practice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4050" y="32639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For?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2618740"/>
            <a:ext cx="384048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graduates (CS/IT/ECE)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 to tech ops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moving to DevOps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cloud engineers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1730" y="32639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61205" y="2514600"/>
            <a:ext cx="393192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design &amp; automation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management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(K8s)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Curriculum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Month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3774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&amp; Bash Scripting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DevOps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5176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868680"/>
            <a:ext cx="265176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86868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4173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DevOps &amp; Cloud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3774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(GitHub Actions)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Fundamentals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&amp; IaC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Basics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65176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868680"/>
            <a:ext cx="2651760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6868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774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&amp; ArgoCD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DevSecOps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 1 — Foundations &amp; Core Skills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3474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Linux &amp; Bash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17373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filesystem &amp; commands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scripting &amp; cron jobs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permissions ,</a:t>
            </a: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Networking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64008" cy="3474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058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Git &amp; 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307592"/>
            <a:ext cx="17373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 &amp; workflows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code reviews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scripting for DevOps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64008" cy="3474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058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Docker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307592"/>
            <a:ext cx="17373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Containerisation concepts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Dockerfile &amp; image building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Docker Compose multi-service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Continuous Integration, Delivery &amp; Deployment</a:t>
            </a:r>
            <a:endParaRPr lang="en-US" sz="1100" dirty="0"/>
          </a:p>
          <a:p>
            <a:pPr marL="0" indent="0" algn="just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Trunk-based development</a:t>
            </a:r>
            <a:endParaRPr lang="en-US" sz="1100" dirty="0"/>
          </a:p>
          <a:p>
            <a:pPr marL="0" indent="0" algn="just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Shift-left testing approach</a:t>
            </a:r>
            <a:endParaRPr lang="en-US" sz="1100" dirty="0"/>
          </a:p>
          <a:p>
            <a:pPr marL="0" indent="0" algn="just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blue-green and canary  releases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720840" y="914400"/>
            <a:ext cx="64008" cy="3474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058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CICD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307592"/>
            <a:ext cx="17373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Build a containerised Python web app and push to Docker Hub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DevOps &amp; Cloud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 5–8 — Cloud Platforms &amp; IaC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Core Services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38862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EC2, S3, RDS, VPC</a:t>
            </a:r>
            <a:endParaRPr lang="en-US" sz="1100" dirty="0">
              <a:solidFill>
                <a:schemeClr val="bg1"/>
              </a:solidFill>
              <a:highlight>
                <a:srgbClr val="000000">
                  <a:alpha val="0"/>
                </a:srgbClr>
              </a:highlight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 policies</a:t>
            </a:r>
            <a:endParaRPr lang="en-US" sz="1100" dirty="0">
              <a:solidFill>
                <a:schemeClr val="bg1"/>
              </a:solidFill>
              <a:highlight>
                <a:srgbClr val="000000">
                  <a:alpha val="0"/>
                </a:srgbClr>
              </a:highlight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ELB &amp; Auto Scaling</a:t>
            </a:r>
            <a:endParaRPr lang="en-US" sz="1100" dirty="0">
              <a:solidFill>
                <a:schemeClr val="bg1"/>
              </a:solidFill>
              <a:highlight>
                <a:srgbClr val="000000">
                  <a:alpha val="0"/>
                </a:srgbClr>
              </a:highlight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</a:rPr>
              <a:t>route53 ,cloudfront &amp; WAF</a:t>
            </a:r>
            <a:endParaRPr lang="en-US" sz="1100" dirty="0">
              <a:solidFill>
                <a:schemeClr val="bg1"/>
              </a:solidFill>
              <a:highlight>
                <a:srgbClr val="000000">
                  <a:alpha val="0"/>
                </a:srgbClr>
              </a:highligh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64008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07592"/>
            <a:ext cx="38862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syntax &amp; providers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workspaces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1000" y="292608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1000" y="2926080"/>
            <a:ext cx="64008" cy="18288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8160" y="30175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58160" y="3319272"/>
            <a:ext cx="38862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&amp; roles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 9 — Kubernetes &amp; Container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3474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37947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 components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&amp; kubelet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Server, etcd, Scheduler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Manager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233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307592"/>
            <a:ext cx="3794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Deployments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Ingress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40233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148840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402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542032"/>
            <a:ext cx="3794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commands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&amp; RBAC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Helmcharts &amp; packaging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40233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383280"/>
            <a:ext cx="64008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4747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HA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776472"/>
            <a:ext cx="3794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&amp; VPA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&amp; cordon nodes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Platform Engineering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 10–11 — Platform Engineering Concepts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(IDP)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layer built on top of infrastructure tools — enabling dev teams to deploy without needing ops expertise.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11680"/>
            <a:ext cx="64008" cy="2560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0312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/ 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04872"/>
            <a:ext cx="173736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templates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01168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2011680"/>
            <a:ext cx="64008" cy="2560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10312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&amp; ArgoCD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404872"/>
            <a:ext cx="173736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source of truth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drift 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App-of-apps pattern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011680"/>
            <a:ext cx="64008" cy="2560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10312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404872"/>
            <a:ext cx="173736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EFK / Loki log stack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distributed tracing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2011680"/>
            <a:ext cx="1965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2011680"/>
            <a:ext cx="64008" cy="2560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10312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2404872"/>
            <a:ext cx="173736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&amp; DAST scanning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scanning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(Vault)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 12 — Capstone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DevOps platform from scratch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2024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920240" cy="548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7373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cloud infra with Terraform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VPC, subnets, security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417320"/>
            <a:ext cx="192024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417320"/>
            <a:ext cx="1920240" cy="548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41732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7373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 a 3-tier application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container registry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192024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417320"/>
            <a:ext cx="1920240" cy="5486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41732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K8s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7373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K8s manifests &amp; Helm charts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managed K8s cluster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192024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417320"/>
            <a:ext cx="192024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41732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GitOps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7373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for GitOps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fully documented GitHub repo with live demo and architecture diagram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Covered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GitLab · Bitbucket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14400"/>
            <a:ext cx="64008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Actions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74520"/>
            <a:ext cx="64008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024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22199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874520"/>
            <a:ext cx="64008" cy="8229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2024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2199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Helm · Kustomize · k3s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64008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036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18211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(EC2/S3/EKS) 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834640"/>
            <a:ext cx="64008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88036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18211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Ansible · CloudFormation · Pulumi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9476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794760"/>
            <a:ext cx="64008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84048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14223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EFK · Jaeger · Datadog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794760"/>
            <a:ext cx="4114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794760"/>
            <a:ext cx="64008" cy="8229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40480"/>
            <a:ext cx="148780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GitOps/Platform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14223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· Flux · Backstage · Vault · OPA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Certification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91440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2103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463040"/>
            <a:ext cx="42976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End-of-week MCQ &amp; short answers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463040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84124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67712"/>
            <a:ext cx="6400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67712"/>
            <a:ext cx="2103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Assignments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267712"/>
            <a:ext cx="42976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tasks per 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2267712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84124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72384"/>
            <a:ext cx="64008" cy="7132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72384"/>
            <a:ext cx="2103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Projects (×2)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072384"/>
            <a:ext cx="42976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Phase 2 deliverables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072384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84124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77056"/>
            <a:ext cx="64008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77056"/>
            <a:ext cx="2103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3877056"/>
            <a:ext cx="42976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DevOps platform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877056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Score: 70%  ·  Certificate of Completion awarded on successful capstone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Training Schedule &amp; Format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E293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645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08:00–9:30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914400"/>
            <a:ext cx="22860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Theory, slides &amp; whiteboard explanation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713232"/>
          </a:xfrm>
          <a:prstGeom prst="rect">
            <a:avLst/>
          </a:prstGeom>
          <a:solidFill>
            <a:srgbClr val="1E293B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6400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19072"/>
            <a:ext cx="1645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10:45–12:30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1719072"/>
            <a:ext cx="22860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practical exercises on live environments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713232"/>
          </a:xfrm>
          <a:prstGeom prst="rect">
            <a:avLst/>
          </a:prstGeom>
          <a:solidFill>
            <a:srgbClr val="1E293B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64008" cy="7132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23744"/>
            <a:ext cx="1645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13:30–15:00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2523744"/>
            <a:ext cx="22860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Deep Dive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523744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tool walkthroughs &amp; demos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713232"/>
          </a:xfrm>
          <a:prstGeom prst="rect">
            <a:avLst/>
          </a:prstGeom>
          <a:solidFill>
            <a:srgbClr val="1E293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64008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28416"/>
            <a:ext cx="1645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15:15–16:30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3328416"/>
            <a:ext cx="22860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28416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project building with mentor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1E293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33088"/>
            <a:ext cx="16459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20:30–21:00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4133088"/>
            <a:ext cx="22860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133088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review, doubts &amp; next-day preview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the Next Generation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DevOps &amp; Cloud Engineers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 ·  Hands-On Learning  ·  Real Projects  ·  Industry Tools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4522</Words>
  <Application>WPS Presentation</Application>
  <PresentationFormat>On-screen Show (16:9)</PresentationFormat>
  <Paragraphs>336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DevOps, Cloud &amp; Platform Engineering - 3 Month Training Program</dc:title>
  <dc:creator>PptxGenJS</dc:creator>
  <dc:subject>PptxGenJS Presentation</dc:subject>
  <cp:lastModifiedBy>Hari Prasad</cp:lastModifiedBy>
  <cp:revision>7</cp:revision>
  <dcterms:created xsi:type="dcterms:W3CDTF">2026-05-23T11:57:40Z</dcterms:created>
  <dcterms:modified xsi:type="dcterms:W3CDTF">2026-05-23T11:57:40Z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05C64E43BE6236783496116AC36FC3BB_43</vt:lpwstr>
  </property>
  <property fmtid="{D5CDD505-2E9C-101B-9397-08002B2CF9AE}" pid="3" name="KSOProductBuildVer">
    <vt:lpwstr>1033-12.1.23159.23159</vt:lpwstr>
  </property>
</Properties>
</file>